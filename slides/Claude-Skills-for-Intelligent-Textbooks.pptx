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78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F58F8-4D76-0BE4-B35E-150AB41CB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59487-3B11-123D-620C-D07FEC9DC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6CE1C-5BF1-3012-3D99-EB2F3783E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9AAF-4CCF-80AC-74EB-DDD072E6B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605D7-E8B9-0914-947D-2AA17AD6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937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18D8D-9AEC-3A87-42B9-ABF9C888D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932B6-0CB3-DAC8-E0CE-7245F25C7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B2A04-A200-B791-6393-0E336BD5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60F20-31D9-FF56-018B-BDA8B2E3C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BC557-BD24-9BC8-6C91-2E3479023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82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E7CB8-1C6B-1E09-7AB2-609EE4528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A1B79-11F8-534E-5BC2-F6FD2F340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09884-B307-6901-DD43-4FA38E15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E751A-4D4B-BD55-6987-AA3120902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48F44-40AA-8805-676C-66421CFA5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338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0E68D-7F60-DD9E-7F5C-CC091C06C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0AAEC-0B62-9C2B-A52A-3C84846A2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EE385-B818-2595-F011-CB915D1FD4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18C0D-C309-98A7-6BEF-2019BE894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B003E-124C-785C-6706-8512E3EF3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2858C-70FA-84B6-8E31-0D58EAF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53F6C-FFAA-9F64-A934-A61DB88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02D0C-70FA-9874-4ACB-652BC9675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6ECD93-7B1E-8A84-6C47-69F29A865D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BD0F28-69FD-9EDE-A545-C7491267B9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18D077-ECA1-0627-4F17-249194EC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65799B-62CD-40C2-13A8-E094D880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4C87DD-EDB9-AAA6-29EF-9CCC6D9A0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BCACB-D5B4-4119-8C64-2A311CF60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969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F885-66C1-EC49-B317-052F958F7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02D784-149E-DFB4-C5CD-525BEC1A0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0BB26A-1986-C0DC-EA8F-891EDF04D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9A70A4-C8B7-71BD-FF1E-8B2D2BE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38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D3C25-5FB4-1091-7596-ADDC8FC6A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72BC6C-4897-9403-80FD-671CC8100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4B674-AFB8-DF4B-2BC2-6391D3A53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54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2B563-C293-A434-4446-F987B80B2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6333C-38E9-2EBF-3DE0-3874E5AAF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DB3F2-9D93-1B04-F386-3AF7B4EB7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53B52-D730-E41D-6A29-8FFA5CDE6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F0890F-C4E3-9D76-F461-D2A173A5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82F329-4BE9-CCC0-4820-E055B400B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18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8AC17-B6CF-78DA-A587-C2107AFC5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DBAA58-8BDD-A110-2BFC-3844CBFE3C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76970-EF5A-D316-9306-C142E46DA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D68B1-964B-A38A-A974-9B7AF0013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002AD1-BDD7-BECA-AFD2-1EDCAA1DC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134D-ECF5-3198-E5EF-063FDD39E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57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A4C82-6519-CDEF-4C99-13FD1971F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B2EADB-FED1-ACAE-19D9-F6A333491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82656-7431-A757-7EEC-8B6E7388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C374D-D514-2626-7B1D-FF26AE205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0AA31-E9C4-3237-07AD-580D806C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108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D2E016-0ED3-9FE0-80E4-BEA103F515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8D8046-9A60-51AB-31DA-540F6308F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5889F-56FF-54BD-514B-62FA6853D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F16E1-9115-C087-7745-79D8AF6E9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AAFC1-1EDE-7F21-2379-74BCF7EF4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223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68CB2-848B-8AB6-2812-323BFBCAB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EB27C9-71B3-F08E-D959-C1FBAD0B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9EF03-13F4-6556-A8E3-43F3B62B8B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8B691-BA20-4A7C-A2DA-A94C5FBBF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5F22A-5AAC-03DC-FAE5-11C27164B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62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272A-0F84-4B21-362A-22257C83F7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Claude Skills for Intelligent Textbooks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AEE314-40CF-6ED1-D5B1-E34030F6B1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Dan McCreary</a:t>
            </a:r>
          </a:p>
        </p:txBody>
      </p:sp>
    </p:spTree>
    <p:extLst>
      <p:ext uri="{BB962C8B-B14F-4D97-AF65-F5344CB8AC3E}">
        <p14:creationId xmlns:p14="http://schemas.microsoft.com/office/powerpoint/2010/main" val="301195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26E1-4F78-BDF9-D47B-8F3420CBE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blurry orange sunburst&#10;&#10;AI-generated content may be incorrect.">
            <a:extLst>
              <a:ext uri="{FF2B5EF4-FFF2-40B4-BE49-F238E27FC236}">
                <a16:creationId xmlns:a16="http://schemas.microsoft.com/office/drawing/2014/main" id="{98F85952-A681-9C77-8A0F-44B7FDAA81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56555" y="2758066"/>
            <a:ext cx="2202592" cy="2307477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B878949-BFFC-0548-2762-8F806132FF10}"/>
              </a:ext>
            </a:extLst>
          </p:cNvPr>
          <p:cNvSpPr/>
          <p:nvPr/>
        </p:nvSpPr>
        <p:spPr>
          <a:xfrm>
            <a:off x="8340811" y="2631989"/>
            <a:ext cx="1586960" cy="1618735"/>
          </a:xfrm>
          <a:prstGeom prst="rect">
            <a:avLst/>
          </a:prstGeom>
          <a:solidFill>
            <a:srgbClr val="DA785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298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</TotalTime>
  <Words>7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Claude Skills for Intelligent Textbooks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2</cp:revision>
  <dcterms:created xsi:type="dcterms:W3CDTF">2025-11-01T17:54:42Z</dcterms:created>
  <dcterms:modified xsi:type="dcterms:W3CDTF">2025-11-03T23:23:16Z</dcterms:modified>
</cp:coreProperties>
</file>