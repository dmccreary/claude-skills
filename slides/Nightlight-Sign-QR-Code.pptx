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23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15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1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3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93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3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6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5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2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1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25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2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5C8EC-3D04-A94E-87C5-61958D1288B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65670-1DE2-6D4A-B6DA-A74E54112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6629A9-EE30-7B0C-C2B0-78863B720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57" y="3802309"/>
            <a:ext cx="1768919" cy="1756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6675DC-44F4-731F-DDDC-C47140C8B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06" y="929641"/>
            <a:ext cx="1768919" cy="1756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AA9BDC-CE6B-4794-4DF1-C40819199461}"/>
              </a:ext>
            </a:extLst>
          </p:cNvPr>
          <p:cNvSpPr txBox="1"/>
          <p:nvPr/>
        </p:nvSpPr>
        <p:spPr>
          <a:xfrm>
            <a:off x="1846258" y="2686359"/>
            <a:ext cx="222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Dan’s Nightlight 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5955D-5E58-B785-7B25-FB824042DC4C}"/>
              </a:ext>
            </a:extLst>
          </p:cNvPr>
          <p:cNvSpPr txBox="1"/>
          <p:nvPr/>
        </p:nvSpPr>
        <p:spPr>
          <a:xfrm>
            <a:off x="3788128" y="5559027"/>
            <a:ext cx="222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Dan’s Nightlight 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963B5-E0C0-C75B-F71E-A4C344FE0CE6}"/>
              </a:ext>
            </a:extLst>
          </p:cNvPr>
          <p:cNvSpPr txBox="1"/>
          <p:nvPr/>
        </p:nvSpPr>
        <p:spPr>
          <a:xfrm>
            <a:off x="631068" y="3152001"/>
            <a:ext cx="51869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https://dmccreary.github.io/moving-rainbow/kits/name-sign-night-light/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779E22-01C9-7182-35A9-32DEA589258E}"/>
              </a:ext>
            </a:extLst>
          </p:cNvPr>
          <p:cNvSpPr txBox="1"/>
          <p:nvPr/>
        </p:nvSpPr>
        <p:spPr>
          <a:xfrm>
            <a:off x="2588205" y="5928359"/>
            <a:ext cx="51869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https://dmccreary.github.io/moving-rainbow/kits/name-sign-night-light/</a:t>
            </a:r>
          </a:p>
        </p:txBody>
      </p:sp>
    </p:spTree>
    <p:extLst>
      <p:ext uri="{BB962C8B-B14F-4D97-AF65-F5344CB8AC3E}">
        <p14:creationId xmlns:p14="http://schemas.microsoft.com/office/powerpoint/2010/main" val="268088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34</Words>
  <Application>Microsoft Macintosh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2</cp:revision>
  <dcterms:created xsi:type="dcterms:W3CDTF">2026-01-08T03:59:49Z</dcterms:created>
  <dcterms:modified xsi:type="dcterms:W3CDTF">2026-01-08T04:03:48Z</dcterms:modified>
</cp:coreProperties>
</file>